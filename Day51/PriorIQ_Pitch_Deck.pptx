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223080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23328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9793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874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PriorIQ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copilot for defensible roadmap prioritization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subjective scoring to evidence-backed, exec-ready roadmap decisions.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5989320"/>
            <a:ext cx="2926080" cy="18288"/>
          </a:xfrm>
          <a:prstGeom prst="rect">
            <a:avLst/>
          </a:prstGeom>
          <a:solidFill>
            <a:srgbClr val="3B4A9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61081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Sathvik  ·  Product &amp; Program Management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6382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—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prioritization looks rigorous. In practice, it rarely 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24761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461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is subjective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97764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claims to use RICE or WSJF, but “impact” and “effort” get eyeballed differently by every PM — the framework is real, the discipline behind it isn't.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0560" y="192024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795" y="24761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2461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Estimates skew optimistic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00600" y="397764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gets underestimated and impact overestimated for pet features, with no consistent check on that bias before a decision is made.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192024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4108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1275" y="247619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32461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aren't defensible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41080" y="397764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exec asks “why is this #1,” the honest answer is often “it felt right” — not a number anyone can stand behind.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PriorIQ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person who owns the roadmap — and everyone they have to convince.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331720"/>
            <a:ext cx="822960" cy="8229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810" y="25456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3832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367588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Managers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05840" y="42519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who own a roadmap and need to score, rank, and defend prioritization calls to cross-functional stakeholders — without living in a spreadsheet.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331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930" y="254569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3383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Audience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36758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Execs &amp; Teammates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537960" y="42519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the PM is defending priorities to. They view a clean, shareable one-pager — no login, no learning curve, no tool access required.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PriorIQ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PriorIQ turns roadmap prioritization into a defensible, three-step loop.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108960" y="228600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9155" y="247619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3840480"/>
            <a:ext cx="28803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gets scored with RICE — Reach, Impact, Confidence, Effort — the same rigorous way, every time.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178808" y="356616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480560" y="19659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2148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949440" y="228600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635" y="247619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0060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800600" y="3840480"/>
            <a:ext cx="28803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copilot reviews the scores, flagging inconsistent or overly optimistic estimates before anyone else sees them.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019288" y="356616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8321040" y="19659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595360" y="2148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10789920" y="228600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115" y="2476195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41080" y="32461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8641080" y="3840480"/>
            <a:ext cx="28803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a plain-English rationale for the ranking — turning “it felt right” into an argument you can stand behind.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PriorIQ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— v1.0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tightly scoped set of features, chosen to ship completely — not partially.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219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36939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671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&amp; Import Items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862072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or CSV import of roadmap items.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19659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2219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841" y="236939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1671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 Scoring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63440" y="2862072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Auto-calculated, consistently applied score for every item.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9659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2219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601" y="236939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9720" y="21671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Estimate Suggest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58200" y="2862072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R/I/C/E from a plain description.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325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81" y="447251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27024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Bias Review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68680" y="4965192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inconsistent or overly optimistic scoring.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34840" y="40690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</p:spPr>
      </p:sp>
      <p:sp>
        <p:nvSpPr>
          <p:cNvPr id="25" name="Shape 19"/>
          <p:cNvSpPr/>
          <p:nvPr/>
        </p:nvSpPr>
        <p:spPr>
          <a:xfrm>
            <a:off x="4663440" y="4325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841" y="447251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427024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Rationale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63440" y="4965192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Exec-ready explanation generated for any ranking.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9600" y="40690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</p:spPr>
      </p:sp>
      <p:sp>
        <p:nvSpPr>
          <p:cNvPr id="30" name="Shape 23"/>
          <p:cNvSpPr/>
          <p:nvPr/>
        </p:nvSpPr>
        <p:spPr>
          <a:xfrm>
            <a:off x="8458200" y="4325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5601" y="447251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9720" y="427024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Shareable One-Pager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58200" y="4965192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printable report — no login needed to view.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PriorIQ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lightweight — no accounts, no backend, no infrastructure to maintain.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5237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383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PM adds or imports roadmap items — title, description, and optional starting scores.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37360" y="2450592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0" y="228600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52374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3383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Reasoning Layer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434840" y="38404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layer suggests estimates, reviews the full set for bias, and writes the rationale — called live, no manual pipeline.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532120" y="2450592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8366760" y="228600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52374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3383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Defensible Output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29600" y="38404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board plus a printable, shareable one-pager — viewable by anyone with the link, no install required.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5806440"/>
            <a:ext cx="10881360" cy="18288"/>
          </a:xfrm>
          <a:prstGeom prst="rect">
            <a:avLst/>
          </a:prstGeom>
          <a:solidFill>
            <a:srgbClr val="3B4A9E"/>
          </a:solidFill>
          <a:ln/>
        </p:spPr>
      </p:sp>
      <p:sp>
        <p:nvSpPr>
          <p:cNvPr id="19" name="Text 14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single, self-contained web app — matching a build cadence of roughly 1–2 focused hours a day.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PriorIQ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v1.0 deliberately leaves out — and why it's a strong v2 roadmap, not a gap.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219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346" y="2383658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305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Multi-User Collaboration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45920" y="2569464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accounts, roles, and live co-editing for a full team roadmap, not just single-owner + shareable export.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2219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906" y="2383658"/>
            <a:ext cx="298460" cy="298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305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Integrations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269480" y="2569464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sync with Jira, Linear, or Asana so scores travel with the actual backlog.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1879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4349618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965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Trend Analytics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45920" y="4535424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scores and priorities shift over time, and how predicted vs. actual impact compares.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1879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906" y="4349618"/>
            <a:ext cx="298460" cy="298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0965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Frameworks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269480" y="4535424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recommend or blend RICE, WSJF, and ICE depending on the type of decision being made.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PriorIQ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943600" cy="5943600"/>
          </a:xfrm>
          <a:prstGeom prst="ellipse">
            <a:avLst/>
          </a:prstGeom>
          <a:solidFill>
            <a:srgbClr val="223080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474720"/>
            <a:ext cx="5120640" cy="5120640"/>
          </a:xfrm>
          <a:prstGeom prst="ellipse">
            <a:avLst/>
          </a:prstGeom>
          <a:solidFill>
            <a:srgbClr val="233285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777240"/>
            <a:ext cx="822960" cy="8229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8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PM should be able to answer “why is this #1?”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clear, consistent, AI-checked rationale — in under a minute.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280160" y="4206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spreadsheet. No login for stakeholders. No “it just felt right.”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937760" y="5029200"/>
            <a:ext cx="2286000" cy="18288"/>
          </a:xfrm>
          <a:prstGeom prst="rect">
            <a:avLst/>
          </a:prstGeom>
          <a:solidFill>
            <a:srgbClr val="3B4A9E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PriorIQ  ·  Live v1.0 shipping by Day 10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Sathvik  ·  AB Talks 60-Day Claude AI Challenge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2026-07-31T04:43:46Z</dcterms:created>
  <dcterms:modified xsi:type="dcterms:W3CDTF">2026-07-31T04:43:46Z</dcterms:modified>
</cp:coreProperties>
</file>